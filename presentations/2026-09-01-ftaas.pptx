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343080"/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AA5AA56-DE29-4915-B5E5-D7DF0DDE09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Genesis has produced 12+ scientific foundation models, and every downstream fusion task needs its own fine-tune. Fine-tuning is not a training job: it needs simulation, training and inference running concurrently, steered while it runs, with a workload shape that is not known at submission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FTaaS is that campaign submitted as a request. The client names a base model, data sources, an evaluation criterion and a stopping rule. IRI carries identity, facility status and scheduling. RHAPSODY-Service brokers the request out to a private RHAPSODY instance per site, where one allocation holds simulation, training and inference side by side. MLflow / ClearML carry experiments and the model catalog.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substrate as ROSE-aaS in Aymen’s slides, and as DTaaS — one platform, three science services.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889FDF-54D6-4EE2-AD82-C2D340552B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Honest split: the runtime numbers are measured and published; the Perlmutter path is a working recipe driven by a script. What is missing is the submission surface — a user asking the platform for a fine-tune rather than driving one. Transport, placement and MLOps integration are already deployed across OLCF, ALCF and NERSC.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6447F5-8F5C-4F0F-9C4F-5C50530ECB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033EE1-8F39-4175-8263-8EFAC3C05BB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4B194F-91AC-4743-8DB5-2634DE7CFB7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BEDE1-3397-4AC7-83A8-185612EA502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E0F82F-10F4-434F-8D98-BD4D4EFD620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CDC00F-6579-4E4B-939D-053F45A6643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79E3FD-C42F-4FD8-9F48-61B99B28973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326348-8788-451A-974E-4FA1A267D07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70267E-D6D9-4891-8238-0D52764C827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A9B9CE-366F-44E1-8A51-40ACF312917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9EDCBD-AB2D-428F-8926-5E9EDAD0852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7F8087-57C8-4C4E-8025-246DE209FF4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Fine-Tuning as a Service on the AmSC — Design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1" descr="ftaas-design.png"/>
          <p:cNvPicPr/>
          <p:nvPr/>
        </p:nvPicPr>
        <p:blipFill>
          <a:blip r:embed="rId1"/>
          <a:stretch/>
        </p:blipFill>
        <p:spPr>
          <a:xfrm>
            <a:off x="1282680" y="1193760"/>
            <a:ext cx="6565680" cy="339048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FTaaS — Current Status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249"/>
              </a:spcBef>
              <a:buNone/>
              <a:tabLst>
                <a:tab pos="0" algn="l"/>
              </a:tabLst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AmSC Demo Runs on Perlmutter 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Fine-tuning campaign (MATEY) driven through the IRI / SFAPI path.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Simulation and training side by side in one allocation — concurrent Dragon and Flux partitions, validated against Flux 0.79.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Multiple inference services per allocation, explicit node placement, typed model / hardware / batching configuration.</a:t>
            </a:r>
            <a:br>
              <a:rPr sz="1250"/>
            </a:b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49"/>
              </a:spcBef>
              <a:buNone/>
              <a:tabLst>
                <a:tab pos="0" algn="l"/>
              </a:tabLst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RHAPSODY at scale </a:t>
            </a: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(arXiv 2512.20795)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~11k tasks/s sustained peak, near-linear weak scaling, a distinct task on every node.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~50,000 active agents: sustained overlap of AI decision rate and HPC task realization.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100–300 µs per-task overhead, 90–95% GPU utilization; Frontier, Perlmutter, Anvil.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0" algn="l" defTabSz="343080">
              <a:spcBef>
                <a:spcPts val="420"/>
              </a:spcBef>
              <a:buNone/>
            </a:pP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49"/>
              </a:spcBef>
              <a:buNone/>
              <a:tabLst>
                <a:tab pos="0" algn="l"/>
              </a:tabLst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Steps: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Evolve demo recipe into a service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Concurrent fine-tunes sharing one allocation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catalog, provenance, deployment</a:t>
            </a:r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2026-09-01T09:27:27Z</dcterms:created>
  <dc:creator/>
  <dc:description/>
  <dc:language>en-US</dc:language>
  <cp:lastModifiedBy>Andre Merzky</cp:lastModifiedBy>
  <dcterms:modified xsi:type="dcterms:W3CDTF">2026-09-01T11:34:17Z</dcterms:modified>
  <cp:revision>1</cp:revision>
  <dc:subject/>
  <dc:title/>
</cp:coreProperties>
</file>